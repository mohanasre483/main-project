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63" r:id="rId1"/>
  </p:sldMasterIdLst>
  <p:sldIdLst>
    <p:sldId id="256" r:id="rId2"/>
    <p:sldId id="257" r:id="rId3"/>
    <p:sldId id="271" r:id="rId4"/>
    <p:sldId id="260" r:id="rId5"/>
    <p:sldId id="261" r:id="rId6"/>
    <p:sldId id="262" r:id="rId7"/>
    <p:sldId id="272" r:id="rId8"/>
    <p:sldId id="273" r:id="rId9"/>
    <p:sldId id="274" r:id="rId10"/>
    <p:sldId id="264" r:id="rId11"/>
    <p:sldId id="282" r:id="rId12"/>
    <p:sldId id="263" r:id="rId13"/>
    <p:sldId id="275" r:id="rId14"/>
    <p:sldId id="276" r:id="rId15"/>
    <p:sldId id="266" r:id="rId16"/>
    <p:sldId id="277" r:id="rId17"/>
    <p:sldId id="283" r:id="rId18"/>
    <p:sldId id="267" r:id="rId19"/>
    <p:sldId id="278" r:id="rId20"/>
    <p:sldId id="279" r:id="rId21"/>
    <p:sldId id="280" r:id="rId22"/>
    <p:sldId id="281" r:id="rId23"/>
    <p:sldId id="265" r:id="rId24"/>
    <p:sldId id="269" r:id="rId25"/>
    <p:sldId id="27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3D7A0E-8208-4C40-B314-FCB56504EEFB}" v="4" dt="2026-09-30T11:07:26.4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2" autoAdjust="0"/>
    <p:restoredTop sz="94660"/>
  </p:normalViewPr>
  <p:slideViewPr>
    <p:cSldViewPr snapToGrid="0">
      <p:cViewPr varScale="1">
        <p:scale>
          <a:sx n="78" d="100"/>
          <a:sy n="78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na Sre" userId="7c83c5e60cc6ba59" providerId="LiveId" clId="{9421FC39-C4F6-489B-9129-BCAB5B92A5DA}"/>
    <pc:docChg chg="undo custSel addSld delSld modSld sldOrd">
      <pc:chgData name="Mohana Sre" userId="7c83c5e60cc6ba59" providerId="LiveId" clId="{9421FC39-C4F6-489B-9129-BCAB5B92A5DA}" dt="2026-09-30T11:28:28.516" v="152" actId="207"/>
      <pc:docMkLst>
        <pc:docMk/>
      </pc:docMkLst>
      <pc:sldChg chg="addSp delSp modSp mod">
        <pc:chgData name="Mohana Sre" userId="7c83c5e60cc6ba59" providerId="LiveId" clId="{9421FC39-C4F6-489B-9129-BCAB5B92A5DA}" dt="2026-09-30T11:04:49.494" v="118" actId="20577"/>
        <pc:sldMkLst>
          <pc:docMk/>
          <pc:sldMk cId="2310984215" sldId="256"/>
        </pc:sldMkLst>
        <pc:spChg chg="mod">
          <ac:chgData name="Mohana Sre" userId="7c83c5e60cc6ba59" providerId="LiveId" clId="{9421FC39-C4F6-489B-9129-BCAB5B92A5DA}" dt="2026-09-30T11:04:49.494" v="118" actId="20577"/>
          <ac:spMkLst>
            <pc:docMk/>
            <pc:sldMk cId="2310984215" sldId="256"/>
            <ac:spMk id="2" creationId="{0AEC84A5-E287-F067-7B79-57EF63BBD2F5}"/>
          </ac:spMkLst>
        </pc:spChg>
      </pc:sldChg>
      <pc:sldChg chg="modSp mod">
        <pc:chgData name="Mohana Sre" userId="7c83c5e60cc6ba59" providerId="LiveId" clId="{9421FC39-C4F6-489B-9129-BCAB5B92A5DA}" dt="2026-09-30T11:04:02.207" v="82" actId="207"/>
        <pc:sldMkLst>
          <pc:docMk/>
          <pc:sldMk cId="3666011420" sldId="257"/>
        </pc:sldMkLst>
        <pc:spChg chg="mod">
          <ac:chgData name="Mohana Sre" userId="7c83c5e60cc6ba59" providerId="LiveId" clId="{9421FC39-C4F6-489B-9129-BCAB5B92A5DA}" dt="2026-09-30T11:03:52.841" v="81" actId="20577"/>
          <ac:spMkLst>
            <pc:docMk/>
            <pc:sldMk cId="3666011420" sldId="257"/>
            <ac:spMk id="2" creationId="{90F58C51-90BC-4D52-0D87-7761A8967872}"/>
          </ac:spMkLst>
        </pc:spChg>
        <pc:spChg chg="mod">
          <ac:chgData name="Mohana Sre" userId="7c83c5e60cc6ba59" providerId="LiveId" clId="{9421FC39-C4F6-489B-9129-BCAB5B92A5DA}" dt="2026-09-30T11:04:02.207" v="82" actId="207"/>
          <ac:spMkLst>
            <pc:docMk/>
            <pc:sldMk cId="3666011420" sldId="257"/>
            <ac:spMk id="3" creationId="{2B9A4867-61BB-BCFA-A212-1854C15EE871}"/>
          </ac:spMkLst>
        </pc:spChg>
      </pc:sldChg>
      <pc:sldChg chg="modSp mod">
        <pc:chgData name="Mohana Sre" userId="7c83c5e60cc6ba59" providerId="LiveId" clId="{9421FC39-C4F6-489B-9129-BCAB5B92A5DA}" dt="2026-09-30T11:28:22.251" v="151" actId="207"/>
        <pc:sldMkLst>
          <pc:docMk/>
          <pc:sldMk cId="2397298519" sldId="260"/>
        </pc:sldMkLst>
        <pc:spChg chg="mod">
          <ac:chgData name="Mohana Sre" userId="7c83c5e60cc6ba59" providerId="LiveId" clId="{9421FC39-C4F6-489B-9129-BCAB5B92A5DA}" dt="2026-09-30T11:05:15.607" v="120" actId="207"/>
          <ac:spMkLst>
            <pc:docMk/>
            <pc:sldMk cId="2397298519" sldId="260"/>
            <ac:spMk id="2" creationId="{E22B527B-309D-75BB-6C49-1382D8E0D8F2}"/>
          </ac:spMkLst>
        </pc:spChg>
        <pc:spChg chg="mod">
          <ac:chgData name="Mohana Sre" userId="7c83c5e60cc6ba59" providerId="LiveId" clId="{9421FC39-C4F6-489B-9129-BCAB5B92A5DA}" dt="2026-09-30T11:28:22.251" v="151" actId="207"/>
          <ac:spMkLst>
            <pc:docMk/>
            <pc:sldMk cId="2397298519" sldId="260"/>
            <ac:spMk id="3" creationId="{5C52C8D4-90EA-81E5-9583-B7D42091BEAF}"/>
          </ac:spMkLst>
        </pc:spChg>
      </pc:sldChg>
      <pc:sldChg chg="modSp mod">
        <pc:chgData name="Mohana Sre" userId="7c83c5e60cc6ba59" providerId="LiveId" clId="{9421FC39-C4F6-489B-9129-BCAB5B92A5DA}" dt="2026-09-30T11:28:28.516" v="152" actId="207"/>
        <pc:sldMkLst>
          <pc:docMk/>
          <pc:sldMk cId="1053961992" sldId="261"/>
        </pc:sldMkLst>
        <pc:spChg chg="mod">
          <ac:chgData name="Mohana Sre" userId="7c83c5e60cc6ba59" providerId="LiveId" clId="{9421FC39-C4F6-489B-9129-BCAB5B92A5DA}" dt="2026-09-30T11:05:27.079" v="121" actId="207"/>
          <ac:spMkLst>
            <pc:docMk/>
            <pc:sldMk cId="1053961992" sldId="261"/>
            <ac:spMk id="2" creationId="{339649F7-C1A1-A973-79F0-0C9FC33B08A0}"/>
          </ac:spMkLst>
        </pc:spChg>
        <pc:spChg chg="mod">
          <ac:chgData name="Mohana Sre" userId="7c83c5e60cc6ba59" providerId="LiveId" clId="{9421FC39-C4F6-489B-9129-BCAB5B92A5DA}" dt="2026-09-30T11:28:28.516" v="152" actId="207"/>
          <ac:spMkLst>
            <pc:docMk/>
            <pc:sldMk cId="1053961992" sldId="261"/>
            <ac:spMk id="3" creationId="{FA9F005E-CBE4-2696-2B17-8308FB9D14F1}"/>
          </ac:spMkLst>
        </pc:spChg>
      </pc:sldChg>
      <pc:sldChg chg="modSp mod">
        <pc:chgData name="Mohana Sre" userId="7c83c5e60cc6ba59" providerId="LiveId" clId="{9421FC39-C4F6-489B-9129-BCAB5B92A5DA}" dt="2026-09-30T11:05:44.558" v="122" actId="207"/>
        <pc:sldMkLst>
          <pc:docMk/>
          <pc:sldMk cId="3362079237" sldId="262"/>
        </pc:sldMkLst>
        <pc:spChg chg="mod">
          <ac:chgData name="Mohana Sre" userId="7c83c5e60cc6ba59" providerId="LiveId" clId="{9421FC39-C4F6-489B-9129-BCAB5B92A5DA}" dt="2026-09-30T11:05:44.558" v="122" actId="207"/>
          <ac:spMkLst>
            <pc:docMk/>
            <pc:sldMk cId="3362079237" sldId="262"/>
            <ac:spMk id="6" creationId="{B94A4D39-0029-D25C-5B8B-AB159873B0D7}"/>
          </ac:spMkLst>
        </pc:spChg>
      </pc:sldChg>
      <pc:sldChg chg="modSp mod">
        <pc:chgData name="Mohana Sre" userId="7c83c5e60cc6ba59" providerId="LiveId" clId="{9421FC39-C4F6-489B-9129-BCAB5B92A5DA}" dt="2026-09-30T11:07:09.421" v="128" actId="207"/>
        <pc:sldMkLst>
          <pc:docMk/>
          <pc:sldMk cId="1025335687" sldId="263"/>
        </pc:sldMkLst>
        <pc:spChg chg="mod">
          <ac:chgData name="Mohana Sre" userId="7c83c5e60cc6ba59" providerId="LiveId" clId="{9421FC39-C4F6-489B-9129-BCAB5B92A5DA}" dt="2026-09-30T11:07:09.421" v="128" actId="207"/>
          <ac:spMkLst>
            <pc:docMk/>
            <pc:sldMk cId="1025335687" sldId="263"/>
            <ac:spMk id="3" creationId="{E5C6EBF2-AE8F-8726-6BDA-EA0E013E6ED7}"/>
          </ac:spMkLst>
        </pc:spChg>
      </pc:sldChg>
      <pc:sldChg chg="modSp mod">
        <pc:chgData name="Mohana Sre" userId="7c83c5e60cc6ba59" providerId="LiveId" clId="{9421FC39-C4F6-489B-9129-BCAB5B92A5DA}" dt="2026-09-30T11:06:27.112" v="126" actId="207"/>
        <pc:sldMkLst>
          <pc:docMk/>
          <pc:sldMk cId="1786029929" sldId="264"/>
        </pc:sldMkLst>
        <pc:spChg chg="mod">
          <ac:chgData name="Mohana Sre" userId="7c83c5e60cc6ba59" providerId="LiveId" clId="{9421FC39-C4F6-489B-9129-BCAB5B92A5DA}" dt="2026-09-30T11:06:27.112" v="126" actId="207"/>
          <ac:spMkLst>
            <pc:docMk/>
            <pc:sldMk cId="1786029929" sldId="264"/>
            <ac:spMk id="4" creationId="{33AE7EAE-DB7B-004F-CCB9-C180D6E661A3}"/>
          </ac:spMkLst>
        </pc:spChg>
      </pc:sldChg>
      <pc:sldChg chg="modSp mod">
        <pc:chgData name="Mohana Sre" userId="7c83c5e60cc6ba59" providerId="LiveId" clId="{9421FC39-C4F6-489B-9129-BCAB5B92A5DA}" dt="2026-09-30T11:08:28.753" v="139" actId="207"/>
        <pc:sldMkLst>
          <pc:docMk/>
          <pc:sldMk cId="4021444451" sldId="265"/>
        </pc:sldMkLst>
        <pc:spChg chg="mod">
          <ac:chgData name="Mohana Sre" userId="7c83c5e60cc6ba59" providerId="LiveId" clId="{9421FC39-C4F6-489B-9129-BCAB5B92A5DA}" dt="2026-09-30T11:08:28.753" v="139" actId="207"/>
          <ac:spMkLst>
            <pc:docMk/>
            <pc:sldMk cId="4021444451" sldId="265"/>
            <ac:spMk id="4" creationId="{0D67CF71-DD37-CF61-D268-8BF828D44DA8}"/>
          </ac:spMkLst>
        </pc:spChg>
        <pc:picChg chg="mod">
          <ac:chgData name="Mohana Sre" userId="7c83c5e60cc6ba59" providerId="LiveId" clId="{9421FC39-C4F6-489B-9129-BCAB5B92A5DA}" dt="2026-09-28T09:47:48.354" v="44" actId="1076"/>
          <ac:picMkLst>
            <pc:docMk/>
            <pc:sldMk cId="4021444451" sldId="265"/>
            <ac:picMk id="7" creationId="{3016308F-FC4D-5D06-1C64-3245BEF31272}"/>
          </ac:picMkLst>
        </pc:picChg>
      </pc:sldChg>
      <pc:sldChg chg="delSp modSp mod">
        <pc:chgData name="Mohana Sre" userId="7c83c5e60cc6ba59" providerId="LiveId" clId="{9421FC39-C4F6-489B-9129-BCAB5B92A5DA}" dt="2026-09-30T11:07:48.403" v="134" actId="207"/>
        <pc:sldMkLst>
          <pc:docMk/>
          <pc:sldMk cId="3093283586" sldId="267"/>
        </pc:sldMkLst>
        <pc:spChg chg="mod">
          <ac:chgData name="Mohana Sre" userId="7c83c5e60cc6ba59" providerId="LiveId" clId="{9421FC39-C4F6-489B-9129-BCAB5B92A5DA}" dt="2026-09-30T11:07:48.403" v="134" actId="207"/>
          <ac:spMkLst>
            <pc:docMk/>
            <pc:sldMk cId="3093283586" sldId="267"/>
            <ac:spMk id="4" creationId="{2825B03B-83B0-92E6-4394-BD41B05D1166}"/>
          </ac:spMkLst>
        </pc:spChg>
        <pc:picChg chg="mod">
          <ac:chgData name="Mohana Sre" userId="7c83c5e60cc6ba59" providerId="LiveId" clId="{9421FC39-C4F6-489B-9129-BCAB5B92A5DA}" dt="2026-09-28T09:49:21.611" v="75" actId="1076"/>
          <ac:picMkLst>
            <pc:docMk/>
            <pc:sldMk cId="3093283586" sldId="267"/>
            <ac:picMk id="6" creationId="{7CBFE15B-9306-3DCC-8138-4CDB1AE64921}"/>
          </ac:picMkLst>
        </pc:picChg>
      </pc:sldChg>
      <pc:sldChg chg="modSp mod">
        <pc:chgData name="Mohana Sre" userId="7c83c5e60cc6ba59" providerId="LiveId" clId="{9421FC39-C4F6-489B-9129-BCAB5B92A5DA}" dt="2026-09-30T11:08:39.406" v="140" actId="207"/>
        <pc:sldMkLst>
          <pc:docMk/>
          <pc:sldMk cId="2151127253" sldId="269"/>
        </pc:sldMkLst>
        <pc:spChg chg="mod">
          <ac:chgData name="Mohana Sre" userId="7c83c5e60cc6ba59" providerId="LiveId" clId="{9421FC39-C4F6-489B-9129-BCAB5B92A5DA}" dt="2026-09-30T11:08:39.406" v="140" actId="207"/>
          <ac:spMkLst>
            <pc:docMk/>
            <pc:sldMk cId="2151127253" sldId="269"/>
            <ac:spMk id="2" creationId="{41990309-8737-73E6-6EBF-DBC742B5BF5B}"/>
          </ac:spMkLst>
        </pc:spChg>
        <pc:spChg chg="mod">
          <ac:chgData name="Mohana Sre" userId="7c83c5e60cc6ba59" providerId="LiveId" clId="{9421FC39-C4F6-489B-9129-BCAB5B92A5DA}" dt="2026-09-28T09:47:35.759" v="43" actId="255"/>
          <ac:spMkLst>
            <pc:docMk/>
            <pc:sldMk cId="2151127253" sldId="269"/>
            <ac:spMk id="3" creationId="{147E8FC0-524B-B9BB-B6EE-2A9756078B5D}"/>
          </ac:spMkLst>
        </pc:spChg>
      </pc:sldChg>
      <pc:sldChg chg="modSp mod">
        <pc:chgData name="Mohana Sre" userId="7c83c5e60cc6ba59" providerId="LiveId" clId="{9421FC39-C4F6-489B-9129-BCAB5B92A5DA}" dt="2026-09-30T11:28:08.790" v="148" actId="207"/>
        <pc:sldMkLst>
          <pc:docMk/>
          <pc:sldMk cId="790703957" sldId="271"/>
        </pc:sldMkLst>
        <pc:spChg chg="mod">
          <ac:chgData name="Mohana Sre" userId="7c83c5e60cc6ba59" providerId="LiveId" clId="{9421FC39-C4F6-489B-9129-BCAB5B92A5DA}" dt="2026-09-30T11:05:00.275" v="119" actId="207"/>
          <ac:spMkLst>
            <pc:docMk/>
            <pc:sldMk cId="790703957" sldId="271"/>
            <ac:spMk id="2" creationId="{C7057CC1-8CFA-0149-CC68-368BDD6BC877}"/>
          </ac:spMkLst>
        </pc:spChg>
        <pc:spChg chg="mod">
          <ac:chgData name="Mohana Sre" userId="7c83c5e60cc6ba59" providerId="LiveId" clId="{9421FC39-C4F6-489B-9129-BCAB5B92A5DA}" dt="2026-09-30T11:28:08.790" v="148" actId="207"/>
          <ac:spMkLst>
            <pc:docMk/>
            <pc:sldMk cId="790703957" sldId="271"/>
            <ac:spMk id="3" creationId="{D10F70E6-0075-594D-1D5C-6F61671A426D}"/>
          </ac:spMkLst>
        </pc:spChg>
      </pc:sldChg>
      <pc:sldChg chg="modSp mod">
        <pc:chgData name="Mohana Sre" userId="7c83c5e60cc6ba59" providerId="LiveId" clId="{9421FC39-C4F6-489B-9129-BCAB5B92A5DA}" dt="2026-09-30T11:06:03.925" v="123" actId="207"/>
        <pc:sldMkLst>
          <pc:docMk/>
          <pc:sldMk cId="2176980565" sldId="272"/>
        </pc:sldMkLst>
        <pc:spChg chg="mod">
          <ac:chgData name="Mohana Sre" userId="7c83c5e60cc6ba59" providerId="LiveId" clId="{9421FC39-C4F6-489B-9129-BCAB5B92A5DA}" dt="2026-09-30T11:06:03.925" v="123" actId="207"/>
          <ac:spMkLst>
            <pc:docMk/>
            <pc:sldMk cId="2176980565" sldId="272"/>
            <ac:spMk id="2" creationId="{5F771CA6-AB8F-BDB8-231D-F917DBF764F4}"/>
          </ac:spMkLst>
        </pc:spChg>
      </pc:sldChg>
      <pc:sldChg chg="modSp mod">
        <pc:chgData name="Mohana Sre" userId="7c83c5e60cc6ba59" providerId="LiveId" clId="{9421FC39-C4F6-489B-9129-BCAB5B92A5DA}" dt="2026-09-30T11:06:11.952" v="124" actId="207"/>
        <pc:sldMkLst>
          <pc:docMk/>
          <pc:sldMk cId="746480149" sldId="273"/>
        </pc:sldMkLst>
        <pc:spChg chg="mod">
          <ac:chgData name="Mohana Sre" userId="7c83c5e60cc6ba59" providerId="LiveId" clId="{9421FC39-C4F6-489B-9129-BCAB5B92A5DA}" dt="2026-09-30T11:06:11.952" v="124" actId="207"/>
          <ac:spMkLst>
            <pc:docMk/>
            <pc:sldMk cId="746480149" sldId="273"/>
            <ac:spMk id="2" creationId="{2F90BA20-2C78-A8FE-EBBE-88B9647ABA19}"/>
          </ac:spMkLst>
        </pc:spChg>
      </pc:sldChg>
      <pc:sldChg chg="modSp mod">
        <pc:chgData name="Mohana Sre" userId="7c83c5e60cc6ba59" providerId="LiveId" clId="{9421FC39-C4F6-489B-9129-BCAB5B92A5DA}" dt="2026-09-30T11:06:18.772" v="125" actId="207"/>
        <pc:sldMkLst>
          <pc:docMk/>
          <pc:sldMk cId="3490656439" sldId="274"/>
        </pc:sldMkLst>
        <pc:spChg chg="mod">
          <ac:chgData name="Mohana Sre" userId="7c83c5e60cc6ba59" providerId="LiveId" clId="{9421FC39-C4F6-489B-9129-BCAB5B92A5DA}" dt="2026-09-30T11:06:18.772" v="125" actId="207"/>
          <ac:spMkLst>
            <pc:docMk/>
            <pc:sldMk cId="3490656439" sldId="274"/>
            <ac:spMk id="2" creationId="{C5C4DE8F-C51F-93FE-F466-50DFC261607F}"/>
          </ac:spMkLst>
        </pc:spChg>
      </pc:sldChg>
      <pc:sldChg chg="modSp mod">
        <pc:chgData name="Mohana Sre" userId="7c83c5e60cc6ba59" providerId="LiveId" clId="{9421FC39-C4F6-489B-9129-BCAB5B92A5DA}" dt="2026-09-30T11:07:17.266" v="129" actId="207"/>
        <pc:sldMkLst>
          <pc:docMk/>
          <pc:sldMk cId="876119541" sldId="275"/>
        </pc:sldMkLst>
        <pc:spChg chg="mod">
          <ac:chgData name="Mohana Sre" userId="7c83c5e60cc6ba59" providerId="LiveId" clId="{9421FC39-C4F6-489B-9129-BCAB5B92A5DA}" dt="2026-09-30T11:07:17.266" v="129" actId="207"/>
          <ac:spMkLst>
            <pc:docMk/>
            <pc:sldMk cId="876119541" sldId="275"/>
            <ac:spMk id="2" creationId="{591C5004-EDCC-68BB-D1BC-F7AEA686AD51}"/>
          </ac:spMkLst>
        </pc:spChg>
      </pc:sldChg>
      <pc:sldChg chg="modSp mod">
        <pc:chgData name="Mohana Sre" userId="7c83c5e60cc6ba59" providerId="LiveId" clId="{9421FC39-C4F6-489B-9129-BCAB5B92A5DA}" dt="2026-09-30T11:07:59.092" v="135" actId="207"/>
        <pc:sldMkLst>
          <pc:docMk/>
          <pc:sldMk cId="557629552" sldId="278"/>
        </pc:sldMkLst>
        <pc:spChg chg="mod">
          <ac:chgData name="Mohana Sre" userId="7c83c5e60cc6ba59" providerId="LiveId" clId="{9421FC39-C4F6-489B-9129-BCAB5B92A5DA}" dt="2026-09-30T11:07:59.092" v="135" actId="207"/>
          <ac:spMkLst>
            <pc:docMk/>
            <pc:sldMk cId="557629552" sldId="278"/>
            <ac:spMk id="2" creationId="{44D743E6-B754-AA5E-D3D6-2DBEF87BF5B5}"/>
          </ac:spMkLst>
        </pc:spChg>
        <pc:picChg chg="mod">
          <ac:chgData name="Mohana Sre" userId="7c83c5e60cc6ba59" providerId="LiveId" clId="{9421FC39-C4F6-489B-9129-BCAB5B92A5DA}" dt="2026-09-28T09:48:59.864" v="66" actId="14100"/>
          <ac:picMkLst>
            <pc:docMk/>
            <pc:sldMk cId="557629552" sldId="278"/>
            <ac:picMk id="6" creationId="{86D76C20-31C6-8101-087D-3E7958253CCF}"/>
          </ac:picMkLst>
        </pc:picChg>
      </pc:sldChg>
      <pc:sldChg chg="modSp mod">
        <pc:chgData name="Mohana Sre" userId="7c83c5e60cc6ba59" providerId="LiveId" clId="{9421FC39-C4F6-489B-9129-BCAB5B92A5DA}" dt="2026-09-30T11:08:05.633" v="136" actId="207"/>
        <pc:sldMkLst>
          <pc:docMk/>
          <pc:sldMk cId="2274516623" sldId="279"/>
        </pc:sldMkLst>
        <pc:spChg chg="mod">
          <ac:chgData name="Mohana Sre" userId="7c83c5e60cc6ba59" providerId="LiveId" clId="{9421FC39-C4F6-489B-9129-BCAB5B92A5DA}" dt="2026-09-30T11:08:05.633" v="136" actId="207"/>
          <ac:spMkLst>
            <pc:docMk/>
            <pc:sldMk cId="2274516623" sldId="279"/>
            <ac:spMk id="2" creationId="{66F7589B-FD3C-5F76-9F84-9A83D5C8744D}"/>
          </ac:spMkLst>
        </pc:spChg>
        <pc:picChg chg="mod">
          <ac:chgData name="Mohana Sre" userId="7c83c5e60cc6ba59" providerId="LiveId" clId="{9421FC39-C4F6-489B-9129-BCAB5B92A5DA}" dt="2026-09-28T09:48:35.831" v="60" actId="14100"/>
          <ac:picMkLst>
            <pc:docMk/>
            <pc:sldMk cId="2274516623" sldId="279"/>
            <ac:picMk id="6" creationId="{BA76E7A4-F308-ED59-38B2-7928D2179EE1}"/>
          </ac:picMkLst>
        </pc:picChg>
      </pc:sldChg>
      <pc:sldChg chg="modSp mod">
        <pc:chgData name="Mohana Sre" userId="7c83c5e60cc6ba59" providerId="LiveId" clId="{9421FC39-C4F6-489B-9129-BCAB5B92A5DA}" dt="2026-09-30T11:08:14.014" v="137" actId="207"/>
        <pc:sldMkLst>
          <pc:docMk/>
          <pc:sldMk cId="1209030954" sldId="280"/>
        </pc:sldMkLst>
        <pc:spChg chg="mod">
          <ac:chgData name="Mohana Sre" userId="7c83c5e60cc6ba59" providerId="LiveId" clId="{9421FC39-C4F6-489B-9129-BCAB5B92A5DA}" dt="2026-09-30T11:08:14.014" v="137" actId="207"/>
          <ac:spMkLst>
            <pc:docMk/>
            <pc:sldMk cId="1209030954" sldId="280"/>
            <ac:spMk id="2" creationId="{AC4F1E93-435F-85FF-F382-348A7F6B0D91}"/>
          </ac:spMkLst>
        </pc:spChg>
        <pc:picChg chg="mod">
          <ac:chgData name="Mohana Sre" userId="7c83c5e60cc6ba59" providerId="LiveId" clId="{9421FC39-C4F6-489B-9129-BCAB5B92A5DA}" dt="2026-09-28T09:48:19.415" v="55" actId="14100"/>
          <ac:picMkLst>
            <pc:docMk/>
            <pc:sldMk cId="1209030954" sldId="280"/>
            <ac:picMk id="6" creationId="{0BB23DED-D22C-8CDD-8987-E163B3A60906}"/>
          </ac:picMkLst>
        </pc:picChg>
      </pc:sldChg>
      <pc:sldChg chg="modSp mod">
        <pc:chgData name="Mohana Sre" userId="7c83c5e60cc6ba59" providerId="LiveId" clId="{9421FC39-C4F6-489B-9129-BCAB5B92A5DA}" dt="2026-09-30T11:08:21.566" v="138" actId="207"/>
        <pc:sldMkLst>
          <pc:docMk/>
          <pc:sldMk cId="3767116929" sldId="281"/>
        </pc:sldMkLst>
        <pc:spChg chg="mod">
          <ac:chgData name="Mohana Sre" userId="7c83c5e60cc6ba59" providerId="LiveId" clId="{9421FC39-C4F6-489B-9129-BCAB5B92A5DA}" dt="2026-09-30T11:08:21.566" v="138" actId="207"/>
          <ac:spMkLst>
            <pc:docMk/>
            <pc:sldMk cId="3767116929" sldId="281"/>
            <ac:spMk id="2" creationId="{B70D3ABF-227A-FE11-066B-A8DF6A855952}"/>
          </ac:spMkLst>
        </pc:spChg>
        <pc:picChg chg="mod">
          <ac:chgData name="Mohana Sre" userId="7c83c5e60cc6ba59" providerId="LiveId" clId="{9421FC39-C4F6-489B-9129-BCAB5B92A5DA}" dt="2026-09-28T09:48:02.336" v="49" actId="14100"/>
          <ac:picMkLst>
            <pc:docMk/>
            <pc:sldMk cId="3767116929" sldId="281"/>
            <ac:picMk id="8" creationId="{01D811F4-C519-CDE6-60F0-EDED5A0149F0}"/>
          </ac:picMkLst>
        </pc:picChg>
      </pc:sldChg>
      <pc:sldChg chg="modSp mod">
        <pc:chgData name="Mohana Sre" userId="7c83c5e60cc6ba59" providerId="LiveId" clId="{9421FC39-C4F6-489B-9129-BCAB5B92A5DA}" dt="2026-09-30T11:06:45.414" v="127" actId="207"/>
        <pc:sldMkLst>
          <pc:docMk/>
          <pc:sldMk cId="3577185464" sldId="282"/>
        </pc:sldMkLst>
        <pc:spChg chg="mod">
          <ac:chgData name="Mohana Sre" userId="7c83c5e60cc6ba59" providerId="LiveId" clId="{9421FC39-C4F6-489B-9129-BCAB5B92A5DA}" dt="2026-09-30T11:06:45.414" v="127" actId="207"/>
          <ac:spMkLst>
            <pc:docMk/>
            <pc:sldMk cId="3577185464" sldId="282"/>
            <ac:spMk id="2" creationId="{C10BDB65-B4AE-7994-463A-F60A6AAE2397}"/>
          </ac:spMkLst>
        </pc:spChg>
      </pc:sldChg>
      <pc:sldChg chg="addSp delSp modSp mod">
        <pc:chgData name="Mohana Sre" userId="7c83c5e60cc6ba59" providerId="LiveId" clId="{9421FC39-C4F6-489B-9129-BCAB5B92A5DA}" dt="2026-09-30T11:07:31.329" v="133"/>
        <pc:sldMkLst>
          <pc:docMk/>
          <pc:sldMk cId="620781988" sldId="283"/>
        </pc:sldMkLst>
        <pc:spChg chg="mod">
          <ac:chgData name="Mohana Sre" userId="7c83c5e60cc6ba59" providerId="LiveId" clId="{9421FC39-C4F6-489B-9129-BCAB5B92A5DA}" dt="2026-09-30T11:07:30.193" v="131" actId="207"/>
          <ac:spMkLst>
            <pc:docMk/>
            <pc:sldMk cId="620781988" sldId="283"/>
            <ac:spMk id="2" creationId="{5AC9848A-3BA1-352A-432B-A8ECD9A1E32D}"/>
          </ac:spMkLst>
        </pc:spChg>
        <pc:spChg chg="add del mod">
          <ac:chgData name="Mohana Sre" userId="7c83c5e60cc6ba59" providerId="LiveId" clId="{9421FC39-C4F6-489B-9129-BCAB5B92A5DA}" dt="2026-09-30T11:07:31.329" v="133"/>
          <ac:spMkLst>
            <pc:docMk/>
            <pc:sldMk cId="620781988" sldId="283"/>
            <ac:spMk id="4" creationId="{4E9DFBEC-5AF7-2FA4-666C-38160778096F}"/>
          </ac:spMkLst>
        </pc:spChg>
      </pc:sldChg>
      <pc:sldChg chg="new del">
        <pc:chgData name="Mohana Sre" userId="7c83c5e60cc6ba59" providerId="LiveId" clId="{9421FC39-C4F6-489B-9129-BCAB5B92A5DA}" dt="2026-09-30T11:21:28.553" v="144" actId="47"/>
        <pc:sldMkLst>
          <pc:docMk/>
          <pc:sldMk cId="1765767000" sldId="284"/>
        </pc:sldMkLst>
      </pc:sldChg>
      <pc:sldChg chg="new del">
        <pc:chgData name="Mohana Sre" userId="7c83c5e60cc6ba59" providerId="LiveId" clId="{9421FC39-C4F6-489B-9129-BCAB5B92A5DA}" dt="2026-09-30T11:21:24.842" v="142" actId="47"/>
        <pc:sldMkLst>
          <pc:docMk/>
          <pc:sldMk cId="3239248227" sldId="284"/>
        </pc:sldMkLst>
      </pc:sldChg>
      <pc:sldChg chg="new del">
        <pc:chgData name="Mohana Sre" userId="7c83c5e60cc6ba59" providerId="LiveId" clId="{9421FC39-C4F6-489B-9129-BCAB5B92A5DA}" dt="2026-09-30T11:23:02.202" v="146" actId="47"/>
        <pc:sldMkLst>
          <pc:docMk/>
          <pc:sldMk cId="3899688147" sldId="28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C2C9F-5CCE-4905-81BB-6F744C97F30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0227-CB9F-4178-8BA9-D31B9C1EF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116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C2C9F-5CCE-4905-81BB-6F744C97F30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0227-CB9F-4178-8BA9-D31B9C1EF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407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C2C9F-5CCE-4905-81BB-6F744C97F30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0227-CB9F-4178-8BA9-D31B9C1EF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278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C2C9F-5CCE-4905-81BB-6F744C97F30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0227-CB9F-4178-8BA9-D31B9C1EF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177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C2C9F-5CCE-4905-81BB-6F744C97F30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0227-CB9F-4178-8BA9-D31B9C1EF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427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C2C9F-5CCE-4905-81BB-6F744C97F30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0227-CB9F-4178-8BA9-D31B9C1EF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971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C2C9F-5CCE-4905-81BB-6F744C97F30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0227-CB9F-4178-8BA9-D31B9C1EF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4993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C2C9F-5CCE-4905-81BB-6F744C97F30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0227-CB9F-4178-8BA9-D31B9C1EF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432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C2C9F-5CCE-4905-81BB-6F744C97F30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0227-CB9F-4178-8BA9-D31B9C1EF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965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C2C9F-5CCE-4905-81BB-6F744C97F30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0227-CB9F-4178-8BA9-D31B9C1EF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226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C2C9F-5CCE-4905-81BB-6F744C97F30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0227-CB9F-4178-8BA9-D31B9C1EF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8287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C2C9F-5CCE-4905-81BB-6F744C97F30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0227-CB9F-4178-8BA9-D31B9C1EF0B5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27957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C2C9F-5CCE-4905-81BB-6F744C97F30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0227-CB9F-4178-8BA9-D31B9C1EF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408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C2C9F-5CCE-4905-81BB-6F744C97F30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0227-CB9F-4178-8BA9-D31B9C1EF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6024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C2C9F-5CCE-4905-81BB-6F744C97F30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0227-CB9F-4178-8BA9-D31B9C1EF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6262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C2C9F-5CCE-4905-81BB-6F744C97F30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0227-CB9F-4178-8BA9-D31B9C1EF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51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C2C9F-5CCE-4905-81BB-6F744C97F30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7F0227-CB9F-4178-8BA9-D31B9C1EF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192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6AC2C9F-5CCE-4905-81BB-6F744C97F30C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7F0227-CB9F-4178-8BA9-D31B9C1EF0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29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64" r:id="rId1"/>
    <p:sldLayoutId id="2147484265" r:id="rId2"/>
    <p:sldLayoutId id="2147484266" r:id="rId3"/>
    <p:sldLayoutId id="2147484267" r:id="rId4"/>
    <p:sldLayoutId id="2147484268" r:id="rId5"/>
    <p:sldLayoutId id="2147484269" r:id="rId6"/>
    <p:sldLayoutId id="2147484270" r:id="rId7"/>
    <p:sldLayoutId id="2147484271" r:id="rId8"/>
    <p:sldLayoutId id="2147484272" r:id="rId9"/>
    <p:sldLayoutId id="2147484273" r:id="rId10"/>
    <p:sldLayoutId id="2147484274" r:id="rId11"/>
    <p:sldLayoutId id="2147484275" r:id="rId12"/>
    <p:sldLayoutId id="2147484276" r:id="rId13"/>
    <p:sldLayoutId id="2147484277" r:id="rId14"/>
    <p:sldLayoutId id="2147484278" r:id="rId15"/>
    <p:sldLayoutId id="2147484279" r:id="rId16"/>
    <p:sldLayoutId id="214748428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C84A5-E287-F067-7B79-57EF63BBD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5677" y="2529718"/>
            <a:ext cx="9144000" cy="804760"/>
          </a:xfrm>
        </p:spPr>
        <p:txBody>
          <a:bodyPr>
            <a:noAutofit/>
          </a:bodyPr>
          <a:lstStyle/>
          <a:p>
            <a:r>
              <a:rPr lang="en-IN" sz="5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 Cybersecurity </a:t>
            </a:r>
            <a:br>
              <a:rPr lang="en-IN" sz="5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5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                 Threats</a:t>
            </a:r>
            <a:endParaRPr lang="en-IN" sz="54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C3B0C4-4B9D-A801-DED4-A485B2925D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25677" y="3275116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en-US" sz="2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</a:t>
            </a:r>
          </a:p>
          <a:p>
            <a:pPr algn="r"/>
            <a:r>
              <a:rPr lang="en-US" sz="2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Mohana Sre . J</a:t>
            </a:r>
            <a:endParaRPr lang="en-IN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10984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58C51-90BC-4D52-0D87-7761A896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8848"/>
            <a:ext cx="10515600" cy="302189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Introduction:</a:t>
            </a:r>
            <a:endParaRPr lang="en-IN" sz="32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A4867-61BB-BCFA-A212-1854C15EE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lvl="1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Cybersecurity is the practice of protecting computers, networks, applications, and data from cyberattacks, unauthorized access, and damage.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Its main goal is to maintain the confidentiality, integrity, and availability of information.</a:t>
            </a:r>
          </a:p>
          <a:p>
            <a:pPr marL="457200" lvl="1" indent="0" algn="just">
              <a:buNone/>
            </a:pPr>
            <a:endParaRPr lang="en-US" sz="2400" dirty="0">
              <a:solidFill>
                <a:srgbClr val="EBF5FA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Statement:</a:t>
            </a:r>
          </a:p>
          <a:p>
            <a:pPr marL="400050" lvl="1" indent="0">
              <a:buNone/>
            </a:pPr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main aim is to identify cyberattacks with long recovery times, strengthen </a:t>
            </a:r>
            <a:r>
              <a:rPr lang="en-US" sz="2400" dirty="0" err="1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defences</a:t>
            </a:r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reduce attack frequency, and minimize financial losses.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6601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57CC1-8CFA-0149-CC68-368BDD6B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</a:t>
            </a:r>
            <a:endParaRPr lang="en-IN" sz="32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F70E6-0075-594D-1D5C-6F61671A4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Tools:</a:t>
            </a:r>
            <a:endParaRPr lang="en-US" sz="2400" dirty="0">
              <a:solidFill>
                <a:schemeClr val="accent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bi - data modelling, analysis and dashboard visualization.</a:t>
            </a:r>
          </a:p>
          <a:p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Query – data cleaning and transformation.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Cleaning:</a:t>
            </a:r>
          </a:p>
          <a:p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 data into Power Query.</a:t>
            </a:r>
          </a:p>
          <a:p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 required columns. </a:t>
            </a:r>
          </a:p>
          <a:p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 dimension tables from the fact table.</a:t>
            </a:r>
          </a:p>
          <a:p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 the tables using relationships.</a:t>
            </a:r>
          </a:p>
          <a:p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Prepare the data for Power BI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90703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B527B-309D-75BB-6C49-1382D8E0D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3280"/>
            <a:ext cx="10515600" cy="431288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 Schema</a:t>
            </a:r>
            <a:endParaRPr lang="en-IN" sz="32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2C8D4-90EA-81E5-9583-B7D42091B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5511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 Table</a:t>
            </a:r>
          </a:p>
          <a:p>
            <a:pPr lvl="1"/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Attack ID</a:t>
            </a:r>
          </a:p>
          <a:p>
            <a:pPr lvl="1"/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 ID</a:t>
            </a:r>
          </a:p>
          <a:p>
            <a:pPr lvl="1"/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Measures such as financial loss, affected users and recovery time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Dimension Tables</a:t>
            </a:r>
          </a:p>
          <a:p>
            <a:pPr lvl="1"/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 Dimension</a:t>
            </a:r>
          </a:p>
          <a:p>
            <a:pPr lvl="1"/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Attack Dimension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Purpose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star schema makes the data easier to filter, analyze and visualize in Power BI</a:t>
            </a:r>
            <a:endParaRPr lang="en-IN" sz="240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97298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649F7-C1A1-A973-79F0-0C9FC33B0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549" y="321237"/>
            <a:ext cx="10515600" cy="42145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analyzes</a:t>
            </a:r>
            <a:endParaRPr lang="en-IN" sz="32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F005E-CBE4-2696-2B17-8308FB9D1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2387"/>
            <a:ext cx="10515600" cy="514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dashboard provides a summary of the cybersecurity dataset through KPIs and charts.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KPIs</a:t>
            </a:r>
          </a:p>
          <a:p>
            <a:pPr marL="0" indent="0">
              <a:buNone/>
            </a:pP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504C10E-2CD6-DBFF-C729-A6246F047C75}"/>
              </a:ext>
            </a:extLst>
          </p:cNvPr>
          <p:cNvSpPr/>
          <p:nvPr/>
        </p:nvSpPr>
        <p:spPr>
          <a:xfrm>
            <a:off x="858798" y="2338200"/>
            <a:ext cx="3069512" cy="963561"/>
          </a:xfrm>
          <a:prstGeom prst="round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perspective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Attacks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IN" sz="20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428CA4-8DCF-85A1-FCD3-34D9E9D4FFCE}"/>
              </a:ext>
            </a:extLst>
          </p:cNvPr>
          <p:cNvSpPr/>
          <p:nvPr/>
        </p:nvSpPr>
        <p:spPr>
          <a:xfrm>
            <a:off x="6556411" y="3853530"/>
            <a:ext cx="3252335" cy="935941"/>
          </a:xfrm>
          <a:prstGeom prst="round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perspective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 Attack Year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2017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C6CFCE-0980-87A9-4F2F-46763B2761BF}"/>
              </a:ext>
            </a:extLst>
          </p:cNvPr>
          <p:cNvSpPr/>
          <p:nvPr/>
        </p:nvSpPr>
        <p:spPr>
          <a:xfrm>
            <a:off x="8263691" y="2338200"/>
            <a:ext cx="3252336" cy="935941"/>
          </a:xfrm>
          <a:prstGeom prst="round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perspective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Affected Users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504.67K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E918B-507E-260F-40B6-39471E8EE314}"/>
              </a:ext>
            </a:extLst>
          </p:cNvPr>
          <p:cNvSpPr/>
          <p:nvPr/>
        </p:nvSpPr>
        <p:spPr>
          <a:xfrm>
            <a:off x="2755491" y="3853530"/>
            <a:ext cx="3202858" cy="963561"/>
          </a:xfrm>
          <a:prstGeom prst="round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perspective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Recovery Time 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36.48 hours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35114F3-76D8-F9DD-BCB4-EF2211C87EFD}"/>
              </a:ext>
            </a:extLst>
          </p:cNvPr>
          <p:cNvSpPr/>
          <p:nvPr/>
        </p:nvSpPr>
        <p:spPr>
          <a:xfrm>
            <a:off x="4469832" y="2338200"/>
            <a:ext cx="3252336" cy="935941"/>
          </a:xfrm>
          <a:prstGeom prst="round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perspective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Financial Loss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5.05T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53961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94A4D39-0029-D25C-5B8B-AB159873B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10" y="408040"/>
            <a:ext cx="9834524" cy="511277"/>
          </a:xfrm>
        </p:spPr>
        <p:txBody>
          <a:bodyPr>
            <a:noAutofit/>
          </a:bodyPr>
          <a:lstStyle/>
          <a:p>
            <a:r>
              <a:rPr lang="en-US" sz="25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Yearly Financial Loss</a:t>
            </a:r>
            <a:endParaRPr lang="en-IN" sz="25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05A61-E722-4A77-1D45-3CE9F3F07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993057"/>
            <a:ext cx="6361471" cy="54569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X-Axis :     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Years (2016 → 2024).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tick mark corresponds to a specific year.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Y-Axis 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Financial Loss (in thousands, K).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scale ranges from 420K to 560K.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line shows fluctuations in yearly losses, with a sharp peak in 2017, a dip in 2020, and then a stable but slightly declining trend toward 2024.</a:t>
            </a:r>
            <a:r>
              <a:rPr lang="en-US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C2D930-990E-E051-E527-8D3B54D35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3252" y="2136057"/>
            <a:ext cx="5034116" cy="3578942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sp>
        <p:nvSpPr>
          <p:cNvPr id="7" name="Rectangle 6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3620792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71CA6-AB8F-BDB8-231D-F917DBF76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38663"/>
          </a:xfrm>
        </p:spPr>
        <p:txBody>
          <a:bodyPr>
            <a:normAutofit fontScale="90000"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Affected Users by Year</a:t>
            </a:r>
            <a:br>
              <a:rPr lang="en-US" sz="4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EEA15-77A6-8579-6447-641997A67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091381"/>
            <a:ext cx="5568857" cy="517827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X-Axis 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Years (2016 → 2024).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tick mark corresponds to a specific year.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Y-Axis :   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Affected Users (in billions).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scale ranges from 4.2bn to 5.6bn.</a:t>
            </a:r>
          </a:p>
          <a:p>
            <a:pPr marL="40005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number of affected users varies significantly between years.</a:t>
            </a:r>
          </a:p>
          <a:p>
            <a:pPr marL="40005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years show a much higher impact than others</a:t>
            </a:r>
            <a:r>
              <a:rPr lang="en-US" sz="21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176BDF-FF2D-AD6E-C3DE-27E24A088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915" y="1552865"/>
            <a:ext cx="5338918" cy="4326825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76980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0BA20-2C78-A8FE-EBBE-88B9647AB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439" y="356419"/>
            <a:ext cx="8249264" cy="516193"/>
          </a:xfrm>
        </p:spPr>
        <p:txBody>
          <a:bodyPr/>
          <a:lstStyle/>
          <a:p>
            <a:r>
              <a:rPr lang="en-US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3 Yearly Attack Types</a:t>
            </a:r>
            <a:endParaRPr lang="en-IN" sz="2800" dirty="0">
              <a:solidFill>
                <a:schemeClr val="accent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8E04E07-5CBC-073A-3926-47C2B6FD5D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85935" y="1543665"/>
            <a:ext cx="5171768" cy="4050890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43F684-2E2E-2F53-CF0E-64A3078E1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265" y="953730"/>
            <a:ext cx="5279922" cy="528975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X-Axis 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Years (2016 → 2024).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tick mark corresponds to a year.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Y-Axis 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the Number of Attacks.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scale ranges from 1,500 to 2,000 attacks.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chart highlights how different cyberattack types vary in frequency over time, with DDoS and Phishing being more prevalent, while SQL Injection remained steady but lower.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746480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4DE8F-C51F-93FE-F466-50DFC2616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283" y="323073"/>
            <a:ext cx="7241795" cy="610993"/>
          </a:xfrm>
        </p:spPr>
        <p:txBody>
          <a:bodyPr/>
          <a:lstStyle/>
          <a:p>
            <a:r>
              <a:rPr lang="en-US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 industry</a:t>
            </a:r>
            <a:endParaRPr lang="en-IN" sz="2800" dirty="0">
              <a:solidFill>
                <a:schemeClr val="accent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476ACF9-3C52-4945-5E49-E4C8C51E39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612492"/>
            <a:ext cx="5858972" cy="4050889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C2638-3521-4E29-1DCF-681FFFE041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35118" y="1103834"/>
            <a:ext cx="4462792" cy="5431093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X-Axis :  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Years (2015 → 2024).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tick mark corresponds to a year.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Y-Axis :   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Numerical values of attacks/incidents (scale from 1,000 to 2,000).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chart highlights how different industries were targeted over time, with Banking consistently high, Healthcare showing spikes, and IT maintaining steady but lower levels.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4906564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AE7EAE-DB7B-004F-CCB9-C180D6E66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6310" y="255639"/>
            <a:ext cx="5614219" cy="6351638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Peak Attack Year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X-Axis :  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the Years 2023 and 2024.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year has a set of stacked bars showing the four categories.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axis helps you directly compare metrics between the two years.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Y-Axis :  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Percentages (%).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scale ranges from 0% to 200%.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chart highlights year-over-year changes in financial loss, industry targeting, attack volume, and attack identifiers.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2017 is shown as the peak attack year</a:t>
            </a: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8F0571A-024E-AEE8-C9AA-5F4807B84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69654"/>
            <a:ext cx="5801033" cy="4005237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sp>
        <p:nvSpPr>
          <p:cNvPr id="17" name="Rectangle 16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786029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BDB65-B4AE-7994-463A-F60A6AAE2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99" y="452718"/>
            <a:ext cx="9466536" cy="687824"/>
          </a:xfrm>
        </p:spPr>
        <p:txBody>
          <a:bodyPr/>
          <a:lstStyle/>
          <a:p>
            <a:r>
              <a:rPr lang="en-IN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 &amp; USER ANALYSIS</a:t>
            </a:r>
            <a:endParaRPr lang="en-IN" sz="3200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E62A56-204A-99A2-13FC-6446D28CC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382" y="2658371"/>
            <a:ext cx="3289591" cy="766689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417B66-B9DC-A148-FF63-417088FE0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130" y="2647703"/>
            <a:ext cx="3380428" cy="766688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E5C5B2-1C7D-164D-7BFF-207D99998B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715" y="2673372"/>
            <a:ext cx="3289591" cy="766689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EB9316C-CAD7-1786-5DE2-A489D0AC9C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9130" y="4112088"/>
            <a:ext cx="3380428" cy="766688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3B2D61-3E5B-D803-1FD6-23A1FAF0BB78}"/>
              </a:ext>
            </a:extLst>
          </p:cNvPr>
          <p:cNvSpPr txBox="1"/>
          <p:nvPr/>
        </p:nvSpPr>
        <p:spPr>
          <a:xfrm>
            <a:off x="584299" y="1140542"/>
            <a:ext cx="11437735" cy="1050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Its means a comparative study of how different countries are impacted in terms of financial loss, user impact, and </a:t>
            </a:r>
            <a:r>
              <a:rPr lang="en-IN" dirty="0" err="1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defense</a:t>
            </a:r>
            <a:r>
              <a:rPr lang="en-IN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strength.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2000" b="1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KPIs: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77185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438B5B0F-01F7-DBFD-B7C1-D47F8132D2BC}"/>
              </a:ext>
            </a:extLst>
          </p:cNvPr>
          <p:cNvSpPr txBox="1"/>
          <p:nvPr/>
        </p:nvSpPr>
        <p:spPr>
          <a:xfrm>
            <a:off x="383457" y="680884"/>
            <a:ext cx="636147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X-Axis 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Years (2016 → 2024).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tick mark corresponds to a year.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axis shows the timeline of attack activity across countries.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Y-Axis 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the Number of Attacks (in thousands, K).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scale ranges from 0K to 6K.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height of each coloured band shows the attack volume for that country in a given year.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countries have sharp rises and drops, while others stay more stable.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layered format makes it easy to compare each country’s share of attacks.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spikes are visible around 2018 and 2023, when overall attack volumes were higher.</a:t>
            </a:r>
          </a:p>
          <a:p>
            <a:pPr lvl="0"/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051CB7-FF16-924F-E112-5FFD50C8B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6207" y="1813808"/>
            <a:ext cx="4699819" cy="3869237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C6EBF2-AE8F-8726-6BDA-EA0E013E6ED7}"/>
              </a:ext>
            </a:extLst>
          </p:cNvPr>
          <p:cNvSpPr txBox="1"/>
          <p:nvPr/>
        </p:nvSpPr>
        <p:spPr>
          <a:xfrm>
            <a:off x="383457" y="175473"/>
            <a:ext cx="7423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5 Country Attack Trends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25335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C5004-EDCC-68BB-D1BC-F7AEA686A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2836" y="501445"/>
            <a:ext cx="7920221" cy="452284"/>
          </a:xfrm>
        </p:spPr>
        <p:txBody>
          <a:bodyPr/>
          <a:lstStyle/>
          <a:p>
            <a:r>
              <a:rPr lang="en-US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Financial Impact </a:t>
            </a:r>
            <a:endParaRPr lang="en-IN" sz="3200" dirty="0">
              <a:solidFill>
                <a:schemeClr val="accent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EFE0FC-4073-B158-2852-6B998BF072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60492" y="1741499"/>
            <a:ext cx="5800565" cy="3725236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025F35-A4AE-60D4-F9D7-68F7D252A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1160" y="1103834"/>
            <a:ext cx="4370775" cy="4579211"/>
          </a:xfrm>
        </p:spPr>
        <p:txBody>
          <a:bodyPr>
            <a:normAutofit/>
          </a:bodyPr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map highlights countries and regions in blue, indicating areas where financial impact was significant.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covers all major continents: North America, South America, Europe, Africa, Asia, and Australia, along with the major oceans for geographic context.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761195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2DFD5-5128-477F-68CA-A7FF3DE29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488" y="393290"/>
            <a:ext cx="6465047" cy="442451"/>
          </a:xfrm>
        </p:spPr>
        <p:txBody>
          <a:bodyPr/>
          <a:lstStyle/>
          <a:p>
            <a:r>
              <a:rPr lang="en-US" sz="2800" b="1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Impact by Country</a:t>
            </a:r>
            <a:endParaRPr lang="en-IN" sz="3600" dirty="0">
              <a:solidFill>
                <a:schemeClr val="tx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EE3E102-321E-DA7C-606B-4A5A546E99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1698687"/>
            <a:ext cx="5536065" cy="4041057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E49B1-8FEE-49D9-A38F-0AF777BE8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48476" y="1071716"/>
            <a:ext cx="3830001" cy="4668028"/>
          </a:xfrm>
        </p:spPr>
        <p:txBody>
          <a:bodyPr>
            <a:normAutofit/>
          </a:bodyPr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Users Impact by Country map shows how many users are affected in different countries.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According to the dashboard, Brazil has the highest user impact.</a:t>
            </a:r>
          </a:p>
          <a:p>
            <a:pPr lvl="1"/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83617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8F5B853-0F48-71F4-D704-057FA1D2B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64594" y="1919043"/>
            <a:ext cx="4975123" cy="3370712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33C0E-5831-E07D-D954-C2972B80F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08614" y="1055526"/>
            <a:ext cx="5187386" cy="4746947"/>
          </a:xfrm>
        </p:spPr>
        <p:txBody>
          <a:bodyPr>
            <a:normAutofit/>
          </a:bodyPr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chart is divided into six </a:t>
            </a:r>
            <a:r>
              <a:rPr lang="en-IN" sz="1800" dirty="0" err="1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colored</a:t>
            </a: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segments, each representing a specific attack type: Man-in-the-middle, SQL Injection, Malware, Ransomware, DDoS, and Phishing.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segment shows both the number of users impacted (in thousands) and the percentage share of total impact.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the </a:t>
            </a:r>
            <a:r>
              <a:rPr lang="en-IN" sz="1800" dirty="0" err="1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</a:t>
            </a: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the chart displays the total impact value: 504.67K users.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A8878F-5C50-8D50-0DC2-CA40762F513F}"/>
              </a:ext>
            </a:extLst>
          </p:cNvPr>
          <p:cNvSpPr txBox="1"/>
          <p:nvPr/>
        </p:nvSpPr>
        <p:spPr>
          <a:xfrm>
            <a:off x="908614" y="412955"/>
            <a:ext cx="58559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Attack Impact on Users 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175574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B32E1-DF72-FE64-B816-4C3E6D344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V="1">
            <a:off x="1086127" y="501446"/>
            <a:ext cx="7782570" cy="530941"/>
          </a:xfrm>
        </p:spPr>
        <p:txBody>
          <a:bodyPr/>
          <a:lstStyle/>
          <a:p>
            <a:r>
              <a:rPr lang="en-US" sz="2800" b="1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Attack Source by Country</a:t>
            </a:r>
            <a:endParaRPr lang="en-IN" sz="2800" dirty="0">
              <a:solidFill>
                <a:schemeClr val="tx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67449FC-2754-6652-DE62-BEBB04CCE8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51639" y="1754888"/>
            <a:ext cx="5270090" cy="3790506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5DF8E-89B1-B9E8-2F16-35E744819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28811" y="1378975"/>
            <a:ext cx="4292118" cy="2895599"/>
          </a:xfrm>
        </p:spPr>
        <p:txBody>
          <a:bodyPr>
            <a:normAutofit/>
          </a:bodyPr>
          <a:lstStyle/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Attack Source by Country map shows the geographical distribution of different attack sources.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helps us understand the relationship between countries and sources of cyberattacks.</a:t>
            </a:r>
          </a:p>
          <a:p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5180615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9848A-3BA1-352A-432B-A8ECD9A1E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36985"/>
          </a:xfrm>
        </p:spPr>
        <p:txBody>
          <a:bodyPr/>
          <a:lstStyle/>
          <a:p>
            <a:r>
              <a:rPr lang="en-US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ATTACK &amp; INDUSTRY ANALYSIS</a:t>
            </a:r>
            <a:endParaRPr lang="en-IN" sz="32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E4275-C162-7026-6C0D-4F6429D41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189704"/>
            <a:ext cx="8946541" cy="1219199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Its refers to a comparative study of how different types of cyberattacks affect various industries in terms of impact and losses.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KPIs 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D63528-17FC-B4F6-0331-96CF11EC6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570" y="2693749"/>
            <a:ext cx="2456330" cy="696167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E9542B-974B-8B88-F100-90DDDAD36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472" y="2689377"/>
            <a:ext cx="2639560" cy="696167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57AFD53-4E19-DDB5-9C28-146244F59A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376" y="2689377"/>
            <a:ext cx="2639560" cy="665314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BB583D-90ED-A2C2-CAC0-99AF9FC21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8606" y="4061069"/>
            <a:ext cx="2713704" cy="696167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FEBD43E-636A-8A15-A384-E0570F88B3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7078" y="4061069"/>
            <a:ext cx="2639560" cy="696167"/>
          </a:xfrm>
          <a:prstGeom prst="rect">
            <a:avLst/>
          </a:prstGeom>
          <a:effectLst>
            <a:glow rad="2286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sp>
        <p:nvSpPr>
          <p:cNvPr id="14" name="Rectangle 13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620781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CBFE15B-9306-3DCC-8138-4CDB1AE649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423" y="1654586"/>
            <a:ext cx="4659197" cy="3411666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25B03B-83B0-92E6-4394-BD41B05D11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816077"/>
            <a:ext cx="5452857" cy="5594556"/>
          </a:xfrm>
        </p:spPr>
        <p:txBody>
          <a:bodyPr>
            <a:noAutofit/>
          </a:bodyPr>
          <a:lstStyle/>
          <a:p>
            <a:r>
              <a:rPr lang="en-US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Attack Recovery Analysis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block represents a cyberattack type with a numerical value.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Attack types included: Malware, SQL Injection, Man-in-the-Middle, Ransomware, Phishing, and DDoS.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Attack Recovery Analysis compares the average recovery time for different attack types.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Malware has the highest displayed recovery time, while DDoS has the lowest among the attack types shown. 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0932835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743E6-B754-AA5E-D3D6-2DBEF87BF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1376" y="167148"/>
            <a:ext cx="7389279" cy="786581"/>
          </a:xfrm>
        </p:spPr>
        <p:txBody>
          <a:bodyPr/>
          <a:lstStyle/>
          <a:p>
            <a:r>
              <a:rPr lang="en-US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Industry Loss Analysis</a:t>
            </a:r>
            <a:br>
              <a:rPr lang="en-US" sz="20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2000" dirty="0">
              <a:solidFill>
                <a:schemeClr val="accent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6D76C20-31C6-8101-087D-3E7958253C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84258" y="1642232"/>
            <a:ext cx="4546366" cy="3436373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D56171-331A-0F7F-4976-9B0BDDEF8A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1376" y="838201"/>
            <a:ext cx="4369385" cy="5076602"/>
          </a:xfrm>
        </p:spPr>
        <p:txBody>
          <a:bodyPr>
            <a:noAutofit/>
          </a:bodyPr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total loss displayed in the </a:t>
            </a:r>
            <a:r>
              <a:rPr lang="en-IN" sz="1800" dirty="0" err="1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</a:t>
            </a: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5.05M.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segment of the ring represents an industry, with its loss amount and percentage share.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Industries included: IT, Banking, Government, Retail, Healthcare, Telecommunications, and Education.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identified as the top loss industry.</a:t>
            </a:r>
          </a:p>
          <a:p>
            <a:endParaRPr lang="en-IN" sz="1800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5576295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7589B-FD3C-5F76-9F84-9A83D5C87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2" y="235975"/>
            <a:ext cx="7605589" cy="904567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Defense Effectiveness </a:t>
            </a:r>
            <a:b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>
              <a:solidFill>
                <a:schemeClr val="accent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76E7A4-F308-ED59-38B2-7928D2179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8117" y="1750142"/>
            <a:ext cx="4536604" cy="3185651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BCD303-AD72-23BF-9B51-E73191126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469" y="995680"/>
            <a:ext cx="4213460" cy="5768914"/>
          </a:xfrm>
        </p:spPr>
        <p:txBody>
          <a:bodyPr>
            <a:noAutofit/>
          </a:bodyPr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chart is divided into five </a:t>
            </a:r>
            <a:r>
              <a:rPr lang="en-IN" sz="1800" dirty="0" err="1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colored</a:t>
            </a: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segments, each representing a </a:t>
            </a:r>
            <a:r>
              <a:rPr lang="en-IN" sz="1800" dirty="0" err="1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defense</a:t>
            </a: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measure: VPN, Encryption, AI-based Detection, Antivirus, and Firewall.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segment is labelled with a value around 0.04K and a percentage close to 20%.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IN" sz="1800" dirty="0" err="1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center</a:t>
            </a: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displays the number 36.48, which likely represents the overall effectiveness score or combined measure.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Chart identifies VPN as the top defense method.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2745166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F1E93-435F-85FF-F382-348A7F6B0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536" y="233353"/>
            <a:ext cx="7290957" cy="599768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&amp; Recovery Time Analysis</a:t>
            </a:r>
            <a:endParaRPr lang="en-IN" dirty="0">
              <a:solidFill>
                <a:schemeClr val="accent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B23DED-D22C-8CDD-8987-E163B3A609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58117" y="1691149"/>
            <a:ext cx="4536604" cy="3224980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A2EF8-1887-C04C-D12F-5AD0813BCF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0536" y="1182493"/>
            <a:ext cx="4359555" cy="5139649"/>
          </a:xfrm>
        </p:spPr>
        <p:txBody>
          <a:bodyPr>
            <a:noAutofit/>
          </a:bodyPr>
          <a:lstStyle/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x-axis lists four categories: Hacker Group, Insider, Nation-state, and Unknown.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y-axis ranges from 36.0 to 37.4, representing recovery time values.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blue line connects the data points, showing how recovery times change across different sources.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helps identify which sources are associated with higher recovery-time values.</a:t>
            </a:r>
          </a:p>
          <a:p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090309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D3ABF-227A-FE11-066B-A8DF6A855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011" y="275141"/>
            <a:ext cx="7281124" cy="489155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Vulnerability Insights </a:t>
            </a:r>
            <a:endParaRPr lang="en-IN" dirty="0">
              <a:solidFill>
                <a:schemeClr val="accent1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1D811F4-C519-CDE6-60F0-EDED5A0149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68550" y="1968214"/>
            <a:ext cx="5021075" cy="2987243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12713-0F56-1176-A5CA-E270B39C28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58308" y="1010101"/>
            <a:ext cx="4724737" cy="5572758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X-Axis 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the four categories of vulnerabilities: Zero-day, Social Engineering, Unpatched Software, and Weak Passwords.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Y-Axis 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Represents the percentage scale, ranging from 0% to 100%.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Vulnerability Insights chart compares different security vulnerabilities.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helps us understand how vulnerability categories are distributed across the attack data.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Unpatched Software is highlighted as the top vulnerability in the dashboard.</a:t>
            </a:r>
          </a:p>
          <a:p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671169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016308F-FC4D-5D06-1C64-3245BEF312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79039" y="1799304"/>
            <a:ext cx="5358581" cy="3696929"/>
          </a:xfrm>
          <a:prstGeom prst="rect">
            <a:avLst/>
          </a:prstGeom>
          <a:ln>
            <a:solidFill>
              <a:schemeClr val="tx1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  <a:scene3d>
            <a:camera prst="obliqueTopLeft"/>
            <a:lightRig rig="threePt" dir="t"/>
          </a:scene3d>
          <a:sp3d>
            <a:bevelT/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67CF71-DD37-CF61-D268-8BF828D44D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110" y="265470"/>
            <a:ext cx="4689987" cy="6302477"/>
          </a:xfrm>
        </p:spPr>
        <p:txBody>
          <a:bodyPr>
            <a:no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&amp; Attack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X-Axis :</a:t>
            </a:r>
          </a:p>
          <a:p>
            <a:pPr lvl="1"/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Shows the attack volume scale, ranging from 0K to 30K.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Y-Axis :</a:t>
            </a:r>
          </a:p>
          <a:p>
            <a:pPr lvl="1"/>
            <a:r>
              <a:rPr lang="en-IN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Lists the attack sources: Nation-state, Unknown, Insider, and Hacker Group.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Source and Attack chart shows the relationship between attack sources and attack activity.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helps us understand how different sources contribute to cybersecurity incidents.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0214444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90309-8737-73E6-6EBF-DBC742B5B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59106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endParaRPr lang="en-IN" sz="32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7E8FC0-524B-B9BB-B6EE-2A9756078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4845" y="1253331"/>
            <a:ext cx="8384458" cy="4351338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project provides a complete view of global cybersecurity threats.</a:t>
            </a:r>
          </a:p>
          <a:p>
            <a:pPr algn="just"/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Power BI helps convert cybersecurity data into meaningful visual insights.</a:t>
            </a:r>
          </a:p>
          <a:p>
            <a:pPr algn="just"/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dashboard identifies important patterns in attacks, financial loss, users, industries, countries and defense methods.</a:t>
            </a:r>
          </a:p>
          <a:p>
            <a:pPr algn="just"/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analysis can help organizations understand their major cybersecurity risks.</a:t>
            </a:r>
          </a:p>
          <a:p>
            <a:pPr algn="just"/>
            <a:r>
              <a:rPr lang="en-US" sz="2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insights can support better security planning, monitoring and risk reduction.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151127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EDCD40-B526-64BB-98EA-DBAE34CBB101}"/>
              </a:ext>
            </a:extLst>
          </p:cNvPr>
          <p:cNvSpPr txBox="1"/>
          <p:nvPr/>
        </p:nvSpPr>
        <p:spPr>
          <a:xfrm>
            <a:off x="4648281" y="2973434"/>
            <a:ext cx="813127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rgbClr val="EBF5F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2000" cy="123443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55130"/>
            <a:ext cx="12192000" cy="102870"/>
          </a:xfrm>
          <a:prstGeom prst="rect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094720" y="411480"/>
            <a:ext cx="685800" cy="685800"/>
          </a:xfrm>
          <a:prstGeom prst="ellipse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582400" y="891540"/>
            <a:ext cx="377190" cy="37719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82880" y="6035040"/>
            <a:ext cx="480060" cy="480060"/>
          </a:xfrm>
          <a:prstGeom prst="ellipse">
            <a:avLst/>
          </a:prstGeom>
          <a:solidFill>
            <a:srgbClr val="2D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765280" y="1371600"/>
            <a:ext cx="36576" cy="3977639"/>
          </a:xfrm>
          <a:prstGeom prst="rect">
            <a:avLst/>
          </a:prstGeom>
          <a:solidFill>
            <a:srgbClr val="00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28091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461</TotalTime>
  <Words>1379</Words>
  <Application>Microsoft Office PowerPoint</Application>
  <PresentationFormat>Widescreen</PresentationFormat>
  <Paragraphs>161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Century Gothic</vt:lpstr>
      <vt:lpstr>Courier New</vt:lpstr>
      <vt:lpstr>Wingdings</vt:lpstr>
      <vt:lpstr>Wingdings 3</vt:lpstr>
      <vt:lpstr>Ion</vt:lpstr>
      <vt:lpstr>Global Cybersecurity                                  Threats</vt:lpstr>
      <vt:lpstr>Introduction:</vt:lpstr>
      <vt:lpstr>Data Cleaning</vt:lpstr>
      <vt:lpstr>Star Schema</vt:lpstr>
      <vt:lpstr>Overview analyzes</vt:lpstr>
      <vt:lpstr>Yearly Financial Loss</vt:lpstr>
      <vt:lpstr>Affected Users by Year </vt:lpstr>
      <vt:lpstr>Top 3 Yearly Attack Types</vt:lpstr>
      <vt:lpstr>Target industry</vt:lpstr>
      <vt:lpstr>PowerPoint Presentation</vt:lpstr>
      <vt:lpstr>COUNTRY &amp; USER ANALYSIS</vt:lpstr>
      <vt:lpstr>PowerPoint Presentation</vt:lpstr>
      <vt:lpstr>Financial Impact </vt:lpstr>
      <vt:lpstr>Users Impact by Country</vt:lpstr>
      <vt:lpstr>PowerPoint Presentation</vt:lpstr>
      <vt:lpstr>Attack Source by Country</vt:lpstr>
      <vt:lpstr>ATTACK &amp; INDUSTRY ANALYSIS</vt:lpstr>
      <vt:lpstr>PowerPoint Presentation</vt:lpstr>
      <vt:lpstr>Industry Loss Analysis </vt:lpstr>
      <vt:lpstr>Defense Effectiveness  </vt:lpstr>
      <vt:lpstr>Source &amp; Recovery Time Analysis</vt:lpstr>
      <vt:lpstr>Vulnerability Insights 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Mohana Sre</dc:creator>
  <cp:lastModifiedBy>Mohana Sre</cp:lastModifiedBy>
  <cp:revision>2</cp:revision>
  <dcterms:created xsi:type="dcterms:W3CDTF">2026-09-17T14:23:29Z</dcterms:created>
  <dcterms:modified xsi:type="dcterms:W3CDTF">2026-09-30T11:28:33Z</dcterms:modified>
</cp:coreProperties>
</file>